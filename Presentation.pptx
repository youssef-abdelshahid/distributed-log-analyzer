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7" r:id="rId14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6408" autoAdjust="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BF0B33-9085-40C9-93A5-AB92D1B9A222}" type="datetime1">
              <a:rPr lang="en-GB" smtClean="0"/>
              <a:t>05/01/2026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720C7-6FB5-45BA-BDBA-48D2872F91F1}" type="datetime1">
              <a:rPr lang="en-GB" smtClean="0"/>
              <a:pPr/>
              <a:t>05/01/2026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A6385DC9-997B-458E-A4CF-AC90B90DF325}" type="datetime1">
              <a:rPr lang="en-GB" noProof="0" smtClean="0"/>
              <a:t>05/01/2026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6B4BC6-4D4C-4A15-A7B9-629A30CF6E83}" type="datetime1">
              <a:rPr lang="en-GB" noProof="0" smtClean="0"/>
              <a:t>05/01/2026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A31E63-4ED2-4925-A5F4-6846649FFE35}" type="datetime1">
              <a:rPr lang="en-GB" noProof="0" smtClean="0"/>
              <a:t>05/01/2026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DDAFAF-1776-40DA-8CA0-79036665708D}" type="datetime1">
              <a:rPr lang="en-GB" noProof="0" smtClean="0"/>
              <a:t>05/01/2026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0D3D27-7A6C-4B35-B3FF-F31390EFED29}" type="datetime1">
              <a:rPr lang="en-GB" noProof="0" smtClean="0"/>
              <a:t>05/01/2026</a:t>
            </a:fld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7C9E9-4515-4D38-A03A-D2F95C1F97CE}" type="datetime1">
              <a:rPr lang="en-GB" noProof="0" smtClean="0"/>
              <a:t>05/01/2026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A4A46F-3E40-4151-8C36-A90EB8A48A85}" type="datetime1">
              <a:rPr lang="en-GB" noProof="0" smtClean="0"/>
              <a:t>05/01/2026</a:t>
            </a:fld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2CA9A9-4A99-433C-A4F0-534775C3FAD7}" type="datetime1">
              <a:rPr lang="en-GB" noProof="0" smtClean="0"/>
              <a:t>05/01/2026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CCC3AD-CC54-43D4-9C5D-6FBF5D207C09}" type="datetime1">
              <a:rPr lang="en-GB" noProof="0" smtClean="0"/>
              <a:t>05/01/2026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4BF001-2B80-4AB9-BE59-83C5923EC802}" type="datetime1">
              <a:rPr lang="en-GB" noProof="0" smtClean="0"/>
              <a:t>05/01/2026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C7B7CC-E160-4FC4-9005-71993151DC0E}" type="datetime1">
              <a:rPr lang="en-GB" noProof="0" smtClean="0"/>
              <a:t>05/01/2026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51C4957F-1271-4000-97CB-F74033DE6EE6}" type="datetime1">
              <a:rPr lang="en-GB" noProof="0" smtClean="0"/>
              <a:t>05/01/2026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 rtl="0"/>
            <a:r>
              <a:rPr lang="en-GB" dirty="0">
                <a:solidFill>
                  <a:srgbClr val="FFFFFF"/>
                </a:solidFill>
              </a:rPr>
              <a:t>Distributed Log </a:t>
            </a:r>
            <a:r>
              <a:rPr lang="en-GB" dirty="0" err="1">
                <a:solidFill>
                  <a:srgbClr val="FFFFFF"/>
                </a:solidFill>
              </a:rPr>
              <a:t>analyzer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82BC-2089-5698-EAD4-E9B88DAA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C1F99-B119-AC8B-E56D-9521D0054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In distributed systems, multiple servers produce continuous logs.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Collecting and analyzing these logs manually is inefficient.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Our goal: build an automated, distributed pipeline to analyze them efficiently.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3159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20E3F-D9C8-03D5-D836-84A6F3B7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316BD-4DBD-F9A1-C364-4FB3DAF23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Simulate multiple nodes producing logs.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Stream these logs in real-time using Kafka.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Store them reliably in HDFS.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</a:t>
            </a:r>
            <a:r>
              <a:rPr lang="en-GB" dirty="0" err="1"/>
              <a:t>Analyze</a:t>
            </a:r>
            <a:r>
              <a:rPr lang="en-GB" dirty="0"/>
              <a:t> them using Hadoop MapReduce.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View summary results (total requests, errors, etc.).</a:t>
            </a:r>
          </a:p>
        </p:txBody>
      </p:sp>
    </p:spTree>
    <p:extLst>
      <p:ext uri="{BB962C8B-B14F-4D97-AF65-F5344CB8AC3E}">
        <p14:creationId xmlns:p14="http://schemas.microsoft.com/office/powerpoint/2010/main" val="1549415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2B90-0206-40BE-7C7F-3461184DF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multiple nodes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8EBF5-7A0C-8733-BC8F-9BEA16A25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We created three Python producers (producer.py) simulating different nodes.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Each producer generates random logs with timestamps, IP addresses, and status                             codes (200, 404, 500).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Each producer sends logs to a Kafka topic instead of writing to a local file.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This simulates real-world servers sending logs to a central system.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3248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AA641-2EA7-B658-08BE-ED86C787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Collecting logs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1C8C2-BC41-5E3B-9230-954B00A75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2400" dirty="0"/>
              <a:t>Apache Kafka is used as the communication layer.</a:t>
            </a:r>
          </a:p>
          <a:p>
            <a:pPr marL="457200" indent="-457200">
              <a:buFont typeface="+mj-lt"/>
              <a:buAutoNum type="alphaUcPeriod"/>
            </a:pPr>
            <a:endParaRPr lang="en-US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Producers send logs to Kafka brokers, which temporarily store them in topics.</a:t>
            </a:r>
          </a:p>
          <a:p>
            <a:pPr marL="457200" indent="-457200">
              <a:buFont typeface="+mj-lt"/>
              <a:buAutoNum type="alphaUcPeriod"/>
            </a:pPr>
            <a:endParaRPr lang="en-US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A consumer script (consumer.py) subscribes to the topic and continuously reads logs.</a:t>
            </a:r>
          </a:p>
          <a:p>
            <a:pPr marL="457200" indent="-457200">
              <a:buFont typeface="+mj-lt"/>
              <a:buAutoNum type="alphaUcPeriod"/>
            </a:pPr>
            <a:endParaRPr lang="en-US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The consumer then uploads the logs to HDFS (Hadoop Distributed File System).</a:t>
            </a:r>
          </a:p>
          <a:p>
            <a:pPr marL="457200" indent="-457200">
              <a:buFont typeface="+mj-lt"/>
              <a:buAutoNum type="alphaUcPeriod"/>
            </a:pPr>
            <a:endParaRPr lang="en-US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This ensures reliable, ordered, and distributed log collection.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2700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C6E9-674C-CFCA-9020-5E58F130E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logs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01FF5-7B7A-6ABF-6369-6C2B779A2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HDFS (Hadoop Distributed File System) stores all the log files.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It divides data into blocks and distributes them across multiple </a:t>
            </a:r>
            <a:r>
              <a:rPr lang="en-GB" dirty="0" err="1"/>
              <a:t>DataNodes</a:t>
            </a:r>
            <a:r>
              <a:rPr lang="en-GB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Logs are stored under /user/</a:t>
            </a:r>
            <a:r>
              <a:rPr lang="en-GB" dirty="0" err="1"/>
              <a:t>hdoop</a:t>
            </a:r>
            <a:r>
              <a:rPr lang="en-GB" dirty="0"/>
              <a:t>/</a:t>
            </a:r>
            <a:r>
              <a:rPr lang="en-GB" dirty="0" err="1"/>
              <a:t>dis_logs</a:t>
            </a:r>
            <a:r>
              <a:rPr lang="en-GB" dirty="0"/>
              <a:t>/input directory.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HDFS provides fault tolerance and can handle large amounts of distributed data.</a:t>
            </a:r>
          </a:p>
        </p:txBody>
      </p:sp>
    </p:spTree>
    <p:extLst>
      <p:ext uri="{BB962C8B-B14F-4D97-AF65-F5344CB8AC3E}">
        <p14:creationId xmlns:p14="http://schemas.microsoft.com/office/powerpoint/2010/main" val="3228765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E407B-77BE-3264-ED17-8E0AFB67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logs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9CB-0D6A-F3CE-7A44-33CFC3F44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We use Hadoop Streaming with two Python scripts: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/>
              <a:t>mapper.py – reads log lines and emits key-value pairs (e.g., TOTAL 1, ERROR 1, etc.)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/>
              <a:t>reducer.py – aggregates these counts to produce the final summary.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170238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0EE1-B3A0-864B-8077-529A1E5E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&amp; results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4F304-1F21-A833-ABB1-9A087FBF1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393262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The output gives a clear summary of: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/>
              <a:t> Total requests handled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/>
              <a:t> Error count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/>
              <a:t> Node-level distribution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/>
              <a:t> Most frequent IPs</a:t>
            </a:r>
            <a:endParaRPr lang="en-GB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02047C-DA16-9A62-3164-D8163D9A0D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17389" y="1335024"/>
            <a:ext cx="6479830" cy="519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75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37E9-D7F8-EED6-2F21-9E077A6F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D796C-D435-96B2-BB63-2AC57DC6C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We successfully simulated a distributed log analysis system.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Combined Kafka (for streaming) and Hadoop (for storage &amp; analysis).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Created a workflow that mimics how real organizations monitor distributed systems.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Future improvements: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2200" dirty="0"/>
              <a:t> Add real-time dashboards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2200" dirty="0"/>
              <a:t> Use Spark for faster stream processing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2200" dirty="0"/>
              <a:t> Integrate alert systems for high error rates</a:t>
            </a:r>
          </a:p>
        </p:txBody>
      </p:sp>
    </p:spTree>
    <p:extLst>
      <p:ext uri="{BB962C8B-B14F-4D97-AF65-F5344CB8AC3E}">
        <p14:creationId xmlns:p14="http://schemas.microsoft.com/office/powerpoint/2010/main" val="2634777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C1CD-6EA9-ACA8-8F39-54A268B38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785" y="5037775"/>
            <a:ext cx="7772400" cy="1463040"/>
          </a:xfrm>
        </p:spPr>
        <p:txBody>
          <a:bodyPr anchor="ctr">
            <a:normAutofit/>
          </a:bodyPr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87194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7643_TF22378848.potx" id="{6BBE7CC7-35DD-4A68-AF50-43E942A5F51F}" vid="{D3513AAA-9640-405D-ACB4-14E37EB01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25</TotalTime>
  <Words>419</Words>
  <Application>Microsoft Office PowerPoint</Application>
  <PresentationFormat>Widescreen</PresentationFormat>
  <Paragraphs>53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Tw Cen MT</vt:lpstr>
      <vt:lpstr>Tw Cen MT Condensed</vt:lpstr>
      <vt:lpstr>Wingdings</vt:lpstr>
      <vt:lpstr>Wingdings 3</vt:lpstr>
      <vt:lpstr>Integral</vt:lpstr>
      <vt:lpstr>Distributed Log analyzer</vt:lpstr>
      <vt:lpstr>Introduction</vt:lpstr>
      <vt:lpstr>Project Objective</vt:lpstr>
      <vt:lpstr>Simulating multiple nodes</vt:lpstr>
      <vt:lpstr>Collecting logs</vt:lpstr>
      <vt:lpstr>Storing logs</vt:lpstr>
      <vt:lpstr>Processing logs</vt:lpstr>
      <vt:lpstr>Output &amp; results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Log analyzer</dc:title>
  <dc:creator>Ammar Alaa Bektash</dc:creator>
  <cp:lastModifiedBy>Youssef Mohamed</cp:lastModifiedBy>
  <cp:revision>4</cp:revision>
  <dcterms:created xsi:type="dcterms:W3CDTF">2025-10-11T18:49:38Z</dcterms:created>
  <dcterms:modified xsi:type="dcterms:W3CDTF">2026-01-05T19:28:02Z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